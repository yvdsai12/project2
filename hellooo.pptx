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42" d="100"/>
          <a:sy n="42" d="100"/>
        </p:scale>
        <p:origin x="7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614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hha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723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Wisp</vt:lpstr>
      <vt:lpstr>java</vt:lpstr>
      <vt:lpstr>hha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hellooo</dc:title>
  <dc:creator>PC</dc:creator>
  <cp:lastModifiedBy>PC</cp:lastModifiedBy>
  <cp:revision>4</cp:revision>
  <dcterms:created xsi:type="dcterms:W3CDTF">2026-03-11T11:43:59Z</dcterms:created>
  <dcterms:modified xsi:type="dcterms:W3CDTF">2026-03-11T12:13:08Z</dcterms:modified>
</cp:coreProperties>
</file>